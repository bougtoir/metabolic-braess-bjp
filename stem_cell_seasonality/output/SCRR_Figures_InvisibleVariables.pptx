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lgn="l">
              <a:defRPr sz="2000" b="1" i="0">
                <a:solidFill>
                  <a:srgbClr val="000000"/>
                </a:solidFill>
                <a:latin typeface="Arial"/>
              </a:defRPr>
            </a:pPr>
            <a:r>
              <a:t>Figure 1. Clonality reduces genetic variance but does not eliminate environmental variance</a:t>
            </a:r>
          </a:p>
        </p:txBody>
      </p:sp>
      <p:pic>
        <p:nvPicPr>
          <p:cNvPr id="3" name="Picture 2" descr="SCRR_Figure1_Clonal_Environmental_Variance.png"/>
          <p:cNvPicPr>
            <a:picLocks noChangeAspect="1"/>
          </p:cNvPicPr>
          <p:nvPr/>
        </p:nvPicPr>
        <p:blipFill>
          <a:blip r:embed="rId2"/>
          <a:stretch>
            <a:fillRect/>
          </a:stretch>
        </p:blipFill>
        <p:spPr>
          <a:xfrm>
            <a:off x="609447" y="868680"/>
            <a:ext cx="10972800" cy="4937760"/>
          </a:xfrm>
          <a:prstGeom prst="rect">
            <a:avLst/>
          </a:prstGeom>
        </p:spPr>
      </p:pic>
      <p:sp>
        <p:nvSpPr>
          <p:cNvPr id="4" name="TextBox 3"/>
          <p:cNvSpPr txBox="1"/>
          <p:nvPr/>
        </p:nvSpPr>
        <p:spPr>
          <a:xfrm>
            <a:off x="457200" y="6172200"/>
            <a:ext cx="11247120" cy="640080"/>
          </a:xfrm>
          <a:prstGeom prst="rect">
            <a:avLst/>
          </a:prstGeom>
          <a:noFill/>
        </p:spPr>
        <p:txBody>
          <a:bodyPr wrap="square">
            <a:spAutoFit/>
          </a:bodyPr>
          <a:lstStyle/>
          <a:p>
            <a:pPr algn="l">
              <a:defRPr sz="1100" b="0" i="1">
                <a:solidFill>
                  <a:srgbClr val="000000"/>
                </a:solidFill>
                <a:latin typeface="Arial"/>
              </a:defRPr>
            </a:pPr>
            <a:r>
              <a:t>Conceptual model of the clonal complacency trap. (A) A clonal population has narrow genetic variance (green) but can still experience wide environmental variance (orange), especially in research laboratories that do not monitor environmental parameters. (B) Over time, unmonitored environmental drift can produce outcome variation comparable to-or larger than-genetic effects, even when all cells are isogenic.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