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Figure 1. Cenozoic mammal occurrences and guild turnover vs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Simpson (solid) and Sorensen (dashed) turnover, herbivore vs predator.</a:t>
            </a:r>
          </a:p>
        </p:txBody>
      </p:sp>
      <p:pic>
        <p:nvPicPr>
          <p:cNvPr id="4" name="Picture 3" descr="cenozoic_beta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Table 1. Sampling-pool sensitivity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r>
                        <a:t>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delta_beta_mean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prop_gt0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n_rep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no_dominant_quarries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no_singletons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equalized_collections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spatial_thinning_1deg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Table 2. Temporal aggregation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r>
                        <a:t>binning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delta_beta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delta_vs_pooled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pooled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Table 3. Genus-pool nulls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65760">
                <a:tc>
                  <a:txBody>
                    <a:bodyPr/>
                    <a:lstStyle/>
                    <a:p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null_mean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null_lo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null_hi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size_matched_split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random 131/378 genus splits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label_shuffle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permute guild labels across genera, keep pool sizes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Table 4. Observation-model matrix (condensed)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fossil_or_modern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temporal_resolution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preservation_bias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observer_bias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major_correction_method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dinosaur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formation-pooled (~10 Myr)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(taphonomic filter; monodominant bone beds)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collector/quarry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dominant-quarry + singleton exclusion; equalized collections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cenozoic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interval-pooled 23-5 Ma (subepoch sensitivity)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(mass-death beds; cave/tarpit accumulations)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collector bias (screen-wash vs quarry)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five-correction battery + aggregation ladder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quaternary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fine (100-20 kyr secondary; coarse primary)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(cave/tarpit predator-accumulated)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collector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battery + fine-resolution ladder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ancient_marine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fossil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stage/subepoch (condensation)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high (mineralization; facies tracking; condensation)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collection-intensity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facies-stratified turnover + intensity normalization + Lager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modern_terrestrial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annual (multi-decade)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(observer turnover/identity)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 demeaning; prevalence inclusion; matched-environment 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modern_marine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event-based (3-14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platform/effort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tow-anchored matching; LOEO; placebos/reverse-time; capelin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