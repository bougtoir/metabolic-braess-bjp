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00"/>
                </a:solidFill>
                <a:latin typeface="Arial"/>
              </a:defRPr>
            </a:pPr>
            <a:r>
              <a:t>Figure 1. Clonality reduces genetic variance but does not eliminate environmental variance</a:t>
            </a:r>
          </a:p>
        </p:txBody>
      </p:sp>
      <p:pic>
        <p:nvPicPr>
          <p:cNvPr id="3" name="Picture 2" descr="SCRR_Comment_Figure1_Clonal_Environmental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914400"/>
            <a:ext cx="10972800" cy="3413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000000"/>
                </a:solidFill>
                <a:latin typeface="Arial"/>
              </a:defRPr>
            </a:pPr>
            <a:r>
              <a:t>Clonality does not eliminate environmental variance. (A) A clonal population has narrow genetic variance (green) but can still experience wide environmental variance (orange), especially in research laboratories that do not monitor environmental parameters. (B) Monthly distribution of PSC-related GEO Series by academic-year start group (Jan/Feb-start Southern Hemisphere, Mar/Apr-start Japan/Korea, Sep/Oct-start US/EU/CN). Lines show the proportion of datasets released per month; the dashed grey line is uniform expectation. Data source: NCBI GEO. (C) Over time, unmonitored environmental drift can produce outcome variation comparable to — or larger than — genetic effects, even when all cells are isogenic.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