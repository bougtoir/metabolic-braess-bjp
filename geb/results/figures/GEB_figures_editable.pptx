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Figure 1</a:t>
            </a:r>
          </a:p>
        </p:txBody>
      </p:sp>
      <p:pic>
        <p:nvPicPr>
          <p:cNvPr id="3" name="Picture 2" descr="F1_con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914400"/>
            <a:ext cx="150571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Conceptual decomposition of lagged-state predictability.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Figure 2</a:t>
            </a:r>
          </a:p>
        </p:txBody>
      </p:sp>
      <p:pic>
        <p:nvPicPr>
          <p:cNvPr id="3" name="Picture 2" descr="F2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914400"/>
            <a:ext cx="7245531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2×2 decomposition: CV scheme × route demeaning.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Figure 3</a:t>
            </a:r>
          </a:p>
        </p:txBody>
      </p:sp>
      <p:pic>
        <p:nvPicPr>
          <p:cNvPr id="3" name="Picture 2" descr="F3_species_h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914400"/>
            <a:ext cx="760780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Prospective HG_D across species with 95% CIs.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Figure 4</a:t>
            </a:r>
          </a:p>
        </p:txBody>
      </p:sp>
      <p:pic>
        <p:nvPicPr>
          <p:cNvPr id="3" name="Picture 2" descr="F4_occ_vs_ab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914400"/>
            <a:ext cx="1126155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Occupancy vs abundance prior-state effects at matched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Figure 5</a:t>
            </a:r>
          </a:p>
        </p:txBody>
      </p:sp>
      <p:pic>
        <p:nvPicPr>
          <p:cNvPr id="3" name="Picture 2" descr="F5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914400"/>
            <a:ext cx="808329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Specification curve: lagged env, training history, windows.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Figure 6</a:t>
            </a:r>
          </a:p>
        </p:txBody>
      </p:sp>
      <p:pic>
        <p:nvPicPr>
          <p:cNvPr id="3" name="Picture 2" descr="F6_interpre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914400"/>
            <a:ext cx="7507705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Interpretation: static persistence vs abundance state dependence.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