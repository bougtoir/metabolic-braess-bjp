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1</a:t>
            </a:r>
          </a:p>
        </p:txBody>
      </p:sp>
      <p:pic>
        <p:nvPicPr>
          <p:cNvPr id="3" name="Picture 2" descr="F1_study_desig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914400"/>
            <a:ext cx="1143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1. Study design and Paleozoic sampling coverage. Occurrence density by age (left) and paleocoordinate coverage coloured by age (right).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2</a:t>
            </a:r>
          </a:p>
        </p:txBody>
      </p:sp>
      <p:pic>
        <p:nvPicPr>
          <p:cNvPr id="3" name="Picture 2" descr="F2_pool_beta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914400"/>
            <a:ext cx="1088571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2. Taxonomic-pool perturbation vs beta-diversity bias. Points are means over Monte Carlo replicates per clade; Bias_beta = beta_perturbed - beta_reference (Jaccard).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3</a:t>
            </a:r>
          </a:p>
        </p:txBody>
      </p:sp>
      <p:pic>
        <p:nvPicPr>
          <p:cNvPr id="3" name="Picture 2" descr="F3_pool_decay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914400"/>
            <a:ext cx="5715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3. Taxonomic-pool perturbation vs distance-decay bias. Median change in the OLS Jaccard-distance slope relative to the unperturbed reference.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4</a:t>
            </a:r>
          </a:p>
        </p:txBody>
      </p:sp>
      <p:pic>
        <p:nvPicPr>
          <p:cNvPr id="3" name="Picture 2" descr="F4_sampling_pool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914400"/>
            <a:ext cx="5715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4. Sampling x pool-size interaction. Mean Jaccard beta across the factorial grid (stage-level bins).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5</a:t>
            </a:r>
          </a:p>
        </p:txBody>
      </p:sp>
      <p:pic>
        <p:nvPicPr>
          <p:cNvPr id="3" name="Picture 2" descr="F5_temporal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91440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5. Temporal aggregation effect. Mean Bias_time (coarse minus fine resolution) per metric and aggregation ladder.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6</a:t>
            </a:r>
          </a:p>
        </p:txBody>
      </p:sp>
      <p:pic>
        <p:nvPicPr>
          <p:cNvPr id="3" name="Picture 2" descr="F6_cross_cl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91440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6. Cross-clade replication. Mean Bias_beta by clade and retained pool fraction.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